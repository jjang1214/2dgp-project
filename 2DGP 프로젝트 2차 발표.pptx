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각진펜 Bold" charset="1" panose="020B0500000000000000"/>
      <p:regular r:id="rId9"/>
    </p:embeddedFont>
    <p:embeddedFont>
      <p:font typeface="각진펜" charset="1" panose="020B0500000000000000"/>
      <p:regular r:id="rId10"/>
    </p:embeddedFont>
    <p:embeddedFont>
      <p:font typeface="윤고딕 Bold" charset="1" panose="020B0803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51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92463"/>
            <a:ext cx="16021455" cy="9302074"/>
            <a:chOff x="0" y="0"/>
            <a:chExt cx="4219642" cy="2449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449929"/>
            </a:xfrm>
            <a:custGeom>
              <a:avLst/>
              <a:gdLst/>
              <a:ahLst/>
              <a:cxnLst/>
              <a:rect r="r" b="b" t="t" l="l"/>
              <a:pathLst>
                <a:path h="2449929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449929"/>
                  </a:lnTo>
                  <a:lnTo>
                    <a:pt x="0" y="244992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488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90997" y="3543682"/>
            <a:ext cx="3753003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359"/>
              </a:lnSpc>
              <a:spcBef>
                <a:spcPct val="0"/>
              </a:spcBef>
            </a:pPr>
            <a:r>
              <a:rPr lang="en-US" b="true" sz="7399">
                <a:solidFill>
                  <a:srgbClr val="5171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543682"/>
            <a:ext cx="4022638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</a:pPr>
            <a:r>
              <a:rPr lang="en-US" sz="7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2차 </a:t>
            </a:r>
            <a:r>
              <a:rPr lang="en-US" sz="7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16913" y="5927472"/>
            <a:ext cx="4654174" cy="39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6"/>
              </a:lnSpc>
              <a:spcBef>
                <a:spcPct val="0"/>
              </a:spcBef>
            </a:pPr>
            <a:r>
              <a:rPr lang="en-US" sz="2297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2021180036 장현우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48367" y="2989735"/>
            <a:ext cx="5591266" cy="55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6"/>
              </a:lnSpc>
              <a:spcBef>
                <a:spcPct val="0"/>
              </a:spcBef>
            </a:pPr>
            <a:r>
              <a:rPr lang="en-US" sz="301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2D게임프로그래밍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114" y="381000"/>
            <a:ext cx="17147772" cy="9525000"/>
            <a:chOff x="0" y="0"/>
            <a:chExt cx="4516286" cy="2508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6286" cy="2508642"/>
            </a:xfrm>
            <a:custGeom>
              <a:avLst/>
              <a:gdLst/>
              <a:ahLst/>
              <a:cxnLst/>
              <a:rect r="r" b="b" t="t" l="l"/>
              <a:pathLst>
                <a:path h="2508642" w="4516286">
                  <a:moveTo>
                    <a:pt x="0" y="0"/>
                  </a:moveTo>
                  <a:lnTo>
                    <a:pt x="4516286" y="0"/>
                  </a:lnTo>
                  <a:lnTo>
                    <a:pt x="4516286" y="2508642"/>
                  </a:lnTo>
                  <a:lnTo>
                    <a:pt x="0" y="250864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6286" cy="254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1603203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20148" y="1914081"/>
            <a:ext cx="15247704" cy="7700091"/>
          </a:xfrm>
          <a:custGeom>
            <a:avLst/>
            <a:gdLst/>
            <a:ahLst/>
            <a:cxnLst/>
            <a:rect r="r" b="b" t="t" l="l"/>
            <a:pathLst>
              <a:path h="7700091" w="15247704">
                <a:moveTo>
                  <a:pt x="0" y="0"/>
                </a:moveTo>
                <a:lnTo>
                  <a:pt x="15247704" y="0"/>
                </a:lnTo>
                <a:lnTo>
                  <a:pt x="15247704" y="7700091"/>
                </a:lnTo>
                <a:lnTo>
                  <a:pt x="0" y="7700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5202" y="9867900"/>
            <a:ext cx="15024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true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9605" y="9867900"/>
            <a:ext cx="10360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2차 </a:t>
            </a:r>
            <a:r>
              <a:rPr lang="en-US" sz="19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60565" y="9884410"/>
            <a:ext cx="323444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2021180036 장현우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8639" y="525717"/>
            <a:ext cx="7615361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sz="5395" b="true">
                <a:solidFill>
                  <a:srgbClr val="5171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개발 진행 상황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35353" y="747712"/>
            <a:ext cx="2013539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평균 47%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114" y="381000"/>
            <a:ext cx="17147772" cy="9525000"/>
            <a:chOff x="0" y="0"/>
            <a:chExt cx="4516286" cy="2508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6286" cy="2508642"/>
            </a:xfrm>
            <a:custGeom>
              <a:avLst/>
              <a:gdLst/>
              <a:ahLst/>
              <a:cxnLst/>
              <a:rect r="r" b="b" t="t" l="l"/>
              <a:pathLst>
                <a:path h="2508642" w="4516286">
                  <a:moveTo>
                    <a:pt x="0" y="0"/>
                  </a:moveTo>
                  <a:lnTo>
                    <a:pt x="4516286" y="0"/>
                  </a:lnTo>
                  <a:lnTo>
                    <a:pt x="4516286" y="2508642"/>
                  </a:lnTo>
                  <a:lnTo>
                    <a:pt x="0" y="250864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6286" cy="254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1603203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74049" y="1852552"/>
            <a:ext cx="15339901" cy="7734325"/>
          </a:xfrm>
          <a:custGeom>
            <a:avLst/>
            <a:gdLst/>
            <a:ahLst/>
            <a:cxnLst/>
            <a:rect r="r" b="b" t="t" l="l"/>
            <a:pathLst>
              <a:path h="7734325" w="15339901">
                <a:moveTo>
                  <a:pt x="0" y="0"/>
                </a:moveTo>
                <a:lnTo>
                  <a:pt x="15339902" y="0"/>
                </a:lnTo>
                <a:lnTo>
                  <a:pt x="15339902" y="7734325"/>
                </a:lnTo>
                <a:lnTo>
                  <a:pt x="0" y="7734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12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5202" y="9867900"/>
            <a:ext cx="15024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true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9605" y="9867900"/>
            <a:ext cx="10360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2차 </a:t>
            </a:r>
            <a:r>
              <a:rPr lang="en-US" sz="19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60565" y="9884410"/>
            <a:ext cx="323444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2021180036 장현우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8639" y="525717"/>
            <a:ext cx="7615361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sz="5395" b="true">
                <a:solidFill>
                  <a:srgbClr val="5171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Github 커밋 통계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DAG4demqTsg</dc:identifier>
  <dcterms:modified xsi:type="dcterms:W3CDTF">2011-08-01T06:04:30Z</dcterms:modified>
  <cp:revision>1</cp:revision>
  <dc:title>2DGP 프로젝트 2차 발표</dc:title>
</cp:coreProperties>
</file>