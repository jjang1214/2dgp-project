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</p:sldIdLst>
  <p:sldSz cx="18288000" cy="10287000"/>
  <p:notesSz cx="6858000" cy="9144000"/>
  <p:embeddedFontLst>
    <p:embeddedFont>
      <p:font typeface="각진펜 Bold" charset="1" panose="020B0500000000000000"/>
      <p:regular r:id="rId9"/>
    </p:embeddedFont>
    <p:embeddedFont>
      <p:font typeface="각진펜" charset="1" panose="020B0500000000000000"/>
      <p:regular r:id="rId10"/>
    </p:embeddedFont>
    <p:embeddedFont>
      <p:font typeface="윤고딕 Bold" charset="1" panose="020B0803000000000000"/>
      <p:regular r:id="rId1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fonts/font10.fntdata" Type="http://schemas.openxmlformats.org/officeDocument/2006/relationships/font"/><Relationship Id="rId11" Target="fonts/font11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fonts/font9.fntdata" Type="http://schemas.openxmlformats.org/officeDocument/2006/relationships/font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517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492463"/>
            <a:ext cx="16021455" cy="9302074"/>
            <a:chOff x="0" y="0"/>
            <a:chExt cx="4219642" cy="244992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219642" cy="2449929"/>
            </a:xfrm>
            <a:custGeom>
              <a:avLst/>
              <a:gdLst/>
              <a:ahLst/>
              <a:cxnLst/>
              <a:rect r="r" b="b" t="t" l="l"/>
              <a:pathLst>
                <a:path h="2449929" w="4219642">
                  <a:moveTo>
                    <a:pt x="0" y="0"/>
                  </a:moveTo>
                  <a:lnTo>
                    <a:pt x="4219642" y="0"/>
                  </a:lnTo>
                  <a:lnTo>
                    <a:pt x="4219642" y="2449929"/>
                  </a:lnTo>
                  <a:lnTo>
                    <a:pt x="0" y="2449929"/>
                  </a:ln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4219642" cy="248802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5390997" y="3543682"/>
            <a:ext cx="3753003" cy="12693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359"/>
              </a:lnSpc>
              <a:spcBef>
                <a:spcPct val="0"/>
              </a:spcBef>
            </a:pPr>
            <a:r>
              <a:rPr lang="en-US" b="true" sz="7399">
                <a:solidFill>
                  <a:srgbClr val="5171FF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프로젝트 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144000" y="3543682"/>
            <a:ext cx="4022638" cy="12693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359"/>
              </a:lnSpc>
              <a:spcBef>
                <a:spcPct val="0"/>
              </a:spcBef>
            </a:pPr>
            <a:r>
              <a:rPr lang="en-US" sz="7399" b="true">
                <a:solidFill>
                  <a:srgbClr val="000000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 2차 </a:t>
            </a:r>
            <a:r>
              <a:rPr lang="en-US" sz="7399" b="true">
                <a:solidFill>
                  <a:srgbClr val="000000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발표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816913" y="5927472"/>
            <a:ext cx="4654174" cy="3956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16"/>
              </a:lnSpc>
              <a:spcBef>
                <a:spcPct val="0"/>
              </a:spcBef>
            </a:pPr>
            <a:r>
              <a:rPr lang="en-US" sz="2297">
                <a:solidFill>
                  <a:srgbClr val="000000"/>
                </a:solidFill>
                <a:latin typeface="각진펜"/>
                <a:ea typeface="각진펜"/>
                <a:cs typeface="각진펜"/>
                <a:sym typeface="각진펜"/>
              </a:rPr>
              <a:t>2021180036 장현우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348367" y="2989735"/>
            <a:ext cx="5591266" cy="5519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26"/>
              </a:lnSpc>
              <a:spcBef>
                <a:spcPct val="0"/>
              </a:spcBef>
            </a:pPr>
            <a:r>
              <a:rPr lang="en-US" sz="3019">
                <a:solidFill>
                  <a:srgbClr val="000000"/>
                </a:solidFill>
                <a:latin typeface="윤고딕 Bold"/>
                <a:ea typeface="윤고딕 Bold"/>
                <a:cs typeface="윤고딕 Bold"/>
                <a:sym typeface="윤고딕 Bold"/>
              </a:rPr>
              <a:t>2D게임프로그래밍</a:t>
            </a:r>
          </a:p>
        </p:txBody>
      </p:sp>
      <p:sp>
        <p:nvSpPr>
          <p:cNvPr name="AutoShape 9" id="9"/>
          <p:cNvSpPr/>
          <p:nvPr/>
        </p:nvSpPr>
        <p:spPr>
          <a:xfrm>
            <a:off x="0" y="5394072"/>
            <a:ext cx="18288000" cy="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0114" y="381000"/>
            <a:ext cx="17147772" cy="9525000"/>
            <a:chOff x="0" y="0"/>
            <a:chExt cx="4516286" cy="25086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516286" cy="2508642"/>
            </a:xfrm>
            <a:custGeom>
              <a:avLst/>
              <a:gdLst/>
              <a:ahLst/>
              <a:cxnLst/>
              <a:rect r="r" b="b" t="t" l="l"/>
              <a:pathLst>
                <a:path h="2508642" w="4516286">
                  <a:moveTo>
                    <a:pt x="0" y="0"/>
                  </a:moveTo>
                  <a:lnTo>
                    <a:pt x="4516286" y="0"/>
                  </a:lnTo>
                  <a:lnTo>
                    <a:pt x="4516286" y="2508642"/>
                  </a:lnTo>
                  <a:lnTo>
                    <a:pt x="0" y="2508642"/>
                  </a:ln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4516286" cy="25467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AutoShape 5" id="5"/>
          <p:cNvSpPr/>
          <p:nvPr/>
        </p:nvSpPr>
        <p:spPr>
          <a:xfrm>
            <a:off x="0" y="1603203"/>
            <a:ext cx="18288000" cy="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6" id="6"/>
          <p:cNvSpPr/>
          <p:nvPr/>
        </p:nvSpPr>
        <p:spPr>
          <a:xfrm flipH="false" flipV="false" rot="0">
            <a:off x="1752744" y="1929393"/>
            <a:ext cx="14782513" cy="7483647"/>
          </a:xfrm>
          <a:custGeom>
            <a:avLst/>
            <a:gdLst/>
            <a:ahLst/>
            <a:cxnLst/>
            <a:rect r="r" b="b" t="t" l="l"/>
            <a:pathLst>
              <a:path h="7483647" w="14782513">
                <a:moveTo>
                  <a:pt x="0" y="0"/>
                </a:moveTo>
                <a:lnTo>
                  <a:pt x="14782512" y="0"/>
                </a:lnTo>
                <a:lnTo>
                  <a:pt x="14782512" y="7483647"/>
                </a:lnTo>
                <a:lnTo>
                  <a:pt x="0" y="748364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535202" y="9867900"/>
            <a:ext cx="1502450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0"/>
              </a:lnSpc>
              <a:spcBef>
                <a:spcPct val="0"/>
              </a:spcBef>
            </a:pPr>
            <a:r>
              <a:rPr lang="en-US" sz="1900" b="true">
                <a:solidFill>
                  <a:srgbClr val="FFFFFF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프로젝트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519605" y="9867900"/>
            <a:ext cx="1036095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0"/>
              </a:lnSpc>
              <a:spcBef>
                <a:spcPct val="0"/>
              </a:spcBef>
            </a:pPr>
            <a:r>
              <a:rPr lang="en-US" sz="1900" b="true">
                <a:solidFill>
                  <a:srgbClr val="000000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2차 </a:t>
            </a:r>
            <a:r>
              <a:rPr lang="en-US" sz="1900" b="true">
                <a:solidFill>
                  <a:srgbClr val="000000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발표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3560565" y="9884410"/>
            <a:ext cx="323444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각진펜"/>
                <a:ea typeface="각진펜"/>
                <a:cs typeface="각진펜"/>
                <a:sym typeface="각진펜"/>
              </a:rPr>
              <a:t>2021180036 장현우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528639" y="525717"/>
            <a:ext cx="7615361" cy="9107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553"/>
              </a:lnSpc>
              <a:spcBef>
                <a:spcPct val="0"/>
              </a:spcBef>
            </a:pPr>
            <a:r>
              <a:rPr lang="en-US" sz="5395" b="true">
                <a:solidFill>
                  <a:srgbClr val="5171FF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프로젝트 개발 진행 상황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0114" y="381000"/>
            <a:ext cx="17147772" cy="9525000"/>
            <a:chOff x="0" y="0"/>
            <a:chExt cx="4516286" cy="25086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516286" cy="2508642"/>
            </a:xfrm>
            <a:custGeom>
              <a:avLst/>
              <a:gdLst/>
              <a:ahLst/>
              <a:cxnLst/>
              <a:rect r="r" b="b" t="t" l="l"/>
              <a:pathLst>
                <a:path h="2508642" w="4516286">
                  <a:moveTo>
                    <a:pt x="0" y="0"/>
                  </a:moveTo>
                  <a:lnTo>
                    <a:pt x="4516286" y="0"/>
                  </a:lnTo>
                  <a:lnTo>
                    <a:pt x="4516286" y="2508642"/>
                  </a:lnTo>
                  <a:lnTo>
                    <a:pt x="0" y="2508642"/>
                  </a:ln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4516286" cy="25467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AutoShape 5" id="5"/>
          <p:cNvSpPr/>
          <p:nvPr/>
        </p:nvSpPr>
        <p:spPr>
          <a:xfrm>
            <a:off x="0" y="1603203"/>
            <a:ext cx="18288000" cy="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6" id="6"/>
          <p:cNvSpPr/>
          <p:nvPr/>
        </p:nvSpPr>
        <p:spPr>
          <a:xfrm flipH="false" flipV="false" rot="0">
            <a:off x="1474049" y="1852552"/>
            <a:ext cx="15339901" cy="7734325"/>
          </a:xfrm>
          <a:custGeom>
            <a:avLst/>
            <a:gdLst/>
            <a:ahLst/>
            <a:cxnLst/>
            <a:rect r="r" b="b" t="t" l="l"/>
            <a:pathLst>
              <a:path h="7734325" w="15339901">
                <a:moveTo>
                  <a:pt x="0" y="0"/>
                </a:moveTo>
                <a:lnTo>
                  <a:pt x="15339902" y="0"/>
                </a:lnTo>
                <a:lnTo>
                  <a:pt x="15339902" y="7734325"/>
                </a:lnTo>
                <a:lnTo>
                  <a:pt x="0" y="77343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-4126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535202" y="9867900"/>
            <a:ext cx="1502450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0"/>
              </a:lnSpc>
              <a:spcBef>
                <a:spcPct val="0"/>
              </a:spcBef>
            </a:pPr>
            <a:r>
              <a:rPr lang="en-US" sz="1900" b="true">
                <a:solidFill>
                  <a:srgbClr val="FFFFFF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프로젝트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519605" y="9867900"/>
            <a:ext cx="1036095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0"/>
              </a:lnSpc>
              <a:spcBef>
                <a:spcPct val="0"/>
              </a:spcBef>
            </a:pPr>
            <a:r>
              <a:rPr lang="en-US" sz="1900" b="true">
                <a:solidFill>
                  <a:srgbClr val="000000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2차 </a:t>
            </a:r>
            <a:r>
              <a:rPr lang="en-US" sz="1900" b="true">
                <a:solidFill>
                  <a:srgbClr val="000000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발표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3560565" y="9884410"/>
            <a:ext cx="323444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각진펜"/>
                <a:ea typeface="각진펜"/>
                <a:cs typeface="각진펜"/>
                <a:sym typeface="각진펜"/>
              </a:rPr>
              <a:t>2021180036 장현우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528639" y="525717"/>
            <a:ext cx="7615361" cy="9107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553"/>
              </a:lnSpc>
              <a:spcBef>
                <a:spcPct val="0"/>
              </a:spcBef>
            </a:pPr>
            <a:r>
              <a:rPr lang="en-US" sz="5395" b="true">
                <a:solidFill>
                  <a:srgbClr val="5171FF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Github 커밋 통계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DAG4demqTsg</dc:identifier>
  <dcterms:modified xsi:type="dcterms:W3CDTF">2011-08-01T06:04:30Z</dcterms:modified>
  <cp:revision>1</cp:revision>
  <dc:title>2DGP 프로젝트 2차 발표</dc:title>
</cp:coreProperties>
</file>