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각진펜 Bold" charset="1" panose="020B0500000000000000"/>
      <p:regular r:id="rId9"/>
    </p:embeddedFont>
    <p:embeddedFont>
      <p:font typeface="각진펜" charset="1" panose="020B0500000000000000"/>
      <p:regular r:id="rId10"/>
    </p:embeddedFont>
    <p:embeddedFont>
      <p:font typeface="윤고딕 Bold" charset="1" panose="020B0803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1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92463"/>
            <a:ext cx="16021455" cy="9302074"/>
            <a:chOff x="0" y="0"/>
            <a:chExt cx="4219642" cy="24499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19642" cy="2449929"/>
            </a:xfrm>
            <a:custGeom>
              <a:avLst/>
              <a:gdLst/>
              <a:ahLst/>
              <a:cxnLst/>
              <a:rect r="r" b="b" t="t" l="l"/>
              <a:pathLst>
                <a:path h="2449929" w="4219642">
                  <a:moveTo>
                    <a:pt x="0" y="0"/>
                  </a:moveTo>
                  <a:lnTo>
                    <a:pt x="4219642" y="0"/>
                  </a:lnTo>
                  <a:lnTo>
                    <a:pt x="4219642" y="2449929"/>
                  </a:lnTo>
                  <a:lnTo>
                    <a:pt x="0" y="2449929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219642" cy="2488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390997" y="3543682"/>
            <a:ext cx="3753003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359"/>
              </a:lnSpc>
              <a:spcBef>
                <a:spcPct val="0"/>
              </a:spcBef>
            </a:pPr>
            <a:r>
              <a:rPr lang="en-US" b="true" sz="7399">
                <a:solidFill>
                  <a:srgbClr val="5171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3543682"/>
            <a:ext cx="4288355" cy="126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59"/>
              </a:lnSpc>
              <a:spcBef>
                <a:spcPct val="0"/>
              </a:spcBef>
            </a:pPr>
            <a:r>
              <a:rPr lang="en-US" sz="7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 최종 </a:t>
            </a:r>
            <a:r>
              <a:rPr lang="en-US" sz="7399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816913" y="5927472"/>
            <a:ext cx="4654174" cy="395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6"/>
              </a:lnSpc>
              <a:spcBef>
                <a:spcPct val="0"/>
              </a:spcBef>
            </a:pPr>
            <a:r>
              <a:rPr lang="en-US" sz="2297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2021180036 장현우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48367" y="2989735"/>
            <a:ext cx="5591266" cy="551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26"/>
              </a:lnSpc>
              <a:spcBef>
                <a:spcPct val="0"/>
              </a:spcBef>
            </a:pPr>
            <a:r>
              <a:rPr lang="en-US" sz="3019">
                <a:solidFill>
                  <a:srgbClr val="000000"/>
                </a:solidFill>
                <a:latin typeface="윤고딕 Bold"/>
                <a:ea typeface="윤고딕 Bold"/>
                <a:cs typeface="윤고딕 Bold"/>
                <a:sym typeface="윤고딕 Bold"/>
              </a:rPr>
              <a:t>2D게임프로그래밍</a:t>
            </a:r>
          </a:p>
        </p:txBody>
      </p:sp>
      <p:sp>
        <p:nvSpPr>
          <p:cNvPr name="AutoShape 9" id="9"/>
          <p:cNvSpPr/>
          <p:nvPr/>
        </p:nvSpPr>
        <p:spPr>
          <a:xfrm>
            <a:off x="0" y="5394072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114" y="381000"/>
            <a:ext cx="17147772" cy="9525000"/>
            <a:chOff x="0" y="0"/>
            <a:chExt cx="4516286" cy="2508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6286" cy="2508642"/>
            </a:xfrm>
            <a:custGeom>
              <a:avLst/>
              <a:gdLst/>
              <a:ahLst/>
              <a:cxnLst/>
              <a:rect r="r" b="b" t="t" l="l"/>
              <a:pathLst>
                <a:path h="2508642" w="4516286">
                  <a:moveTo>
                    <a:pt x="0" y="0"/>
                  </a:moveTo>
                  <a:lnTo>
                    <a:pt x="4516286" y="0"/>
                  </a:lnTo>
                  <a:lnTo>
                    <a:pt x="4516286" y="2508642"/>
                  </a:lnTo>
                  <a:lnTo>
                    <a:pt x="0" y="250864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6286" cy="254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414735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3753652"/>
            <a:ext cx="16189247" cy="3500925"/>
          </a:xfrm>
          <a:custGeom>
            <a:avLst/>
            <a:gdLst/>
            <a:ahLst/>
            <a:cxnLst/>
            <a:rect r="r" b="b" t="t" l="l"/>
            <a:pathLst>
              <a:path h="3500925" w="16189247">
                <a:moveTo>
                  <a:pt x="0" y="0"/>
                </a:moveTo>
                <a:lnTo>
                  <a:pt x="16189247" y="0"/>
                </a:lnTo>
                <a:lnTo>
                  <a:pt x="16189247" y="3500925"/>
                </a:lnTo>
                <a:lnTo>
                  <a:pt x="0" y="350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535202" y="9867900"/>
            <a:ext cx="15024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519605" y="9867900"/>
            <a:ext cx="1036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최종 </a:t>
            </a: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560565" y="9884410"/>
            <a:ext cx="323444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2021180036 장현우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35202" y="1114088"/>
            <a:ext cx="11388525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sz="5395" b="true">
                <a:solidFill>
                  <a:srgbClr val="5171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개발 진척도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17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0114" y="381000"/>
            <a:ext cx="17147772" cy="9525000"/>
            <a:chOff x="0" y="0"/>
            <a:chExt cx="4516286" cy="25086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6286" cy="2508642"/>
            </a:xfrm>
            <a:custGeom>
              <a:avLst/>
              <a:gdLst/>
              <a:ahLst/>
              <a:cxnLst/>
              <a:rect r="r" b="b" t="t" l="l"/>
              <a:pathLst>
                <a:path h="2508642" w="4516286">
                  <a:moveTo>
                    <a:pt x="0" y="0"/>
                  </a:moveTo>
                  <a:lnTo>
                    <a:pt x="4516286" y="0"/>
                  </a:lnTo>
                  <a:lnTo>
                    <a:pt x="4516286" y="2508642"/>
                  </a:lnTo>
                  <a:lnTo>
                    <a:pt x="0" y="2508642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16286" cy="25467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>
            <a:off x="0" y="2414735"/>
            <a:ext cx="182880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499749" y="2542866"/>
            <a:ext cx="7063226" cy="4889926"/>
          </a:xfrm>
          <a:custGeom>
            <a:avLst/>
            <a:gdLst/>
            <a:ahLst/>
            <a:cxnLst/>
            <a:rect r="r" b="b" t="t" l="l"/>
            <a:pathLst>
              <a:path h="4889926" w="7063226">
                <a:moveTo>
                  <a:pt x="0" y="0"/>
                </a:moveTo>
                <a:lnTo>
                  <a:pt x="7063227" y="0"/>
                </a:lnTo>
                <a:lnTo>
                  <a:pt x="7063227" y="4889926"/>
                </a:lnTo>
                <a:lnTo>
                  <a:pt x="0" y="48899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5024" y="2542866"/>
            <a:ext cx="9313852" cy="4505576"/>
          </a:xfrm>
          <a:custGeom>
            <a:avLst/>
            <a:gdLst/>
            <a:ahLst/>
            <a:cxnLst/>
            <a:rect r="r" b="b" t="t" l="l"/>
            <a:pathLst>
              <a:path h="4505576" w="9313852">
                <a:moveTo>
                  <a:pt x="0" y="0"/>
                </a:moveTo>
                <a:lnTo>
                  <a:pt x="9313852" y="0"/>
                </a:lnTo>
                <a:lnTo>
                  <a:pt x="9313852" y="4505576"/>
                </a:lnTo>
                <a:lnTo>
                  <a:pt x="0" y="45055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35202" y="9867900"/>
            <a:ext cx="15024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FFFF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프로젝트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19605" y="9867900"/>
            <a:ext cx="1036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최종 </a:t>
            </a:r>
            <a:r>
              <a:rPr lang="en-US" sz="1900" b="true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발표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560565" y="9884410"/>
            <a:ext cx="323444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각진펜"/>
                <a:ea typeface="각진펜"/>
                <a:cs typeface="각진펜"/>
                <a:sym typeface="각진펜"/>
              </a:rPr>
              <a:t>2021180036 장현우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5202" y="1114088"/>
            <a:ext cx="11388525" cy="910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3"/>
              </a:lnSpc>
              <a:spcBef>
                <a:spcPct val="0"/>
              </a:spcBef>
            </a:pPr>
            <a:r>
              <a:rPr lang="en-US" sz="5395" b="true">
                <a:solidFill>
                  <a:srgbClr val="5171FF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깃 커밋 통계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DAG68a2vCgA</dc:identifier>
  <dcterms:modified xsi:type="dcterms:W3CDTF">2011-08-01T06:04:30Z</dcterms:modified>
  <cp:revision>1</cp:revision>
  <dc:title>2DGP 프로젝트 최종 발표</dc:title>
</cp:coreProperties>
</file>